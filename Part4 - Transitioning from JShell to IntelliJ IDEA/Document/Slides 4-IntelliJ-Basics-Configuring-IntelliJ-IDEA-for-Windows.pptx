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2"/>
    <p:sldId id="278" r:id="rId3"/>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161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 name="Shape 126"/>
          <p:cNvSpPr/>
          <p:nvPr/>
        </p:nvSpPr>
        <p:spPr>
          <a:xfrm>
            <a:off x="952498" y="459786"/>
            <a:ext cx="34204877"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 WINDOWS, MAC and LINUX</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actually start some java coding. This video is applicable whether you're running on Windows, Mac, or Linux.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firstly, we need to link the JDK we installed, Oracle's JDK 17, with IntelliJ IDEA so that they work together. 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effectively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write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256803748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385108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Configuring IntelliJ IDEA for Windows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dirty="0"/>
          </a:p>
        </p:txBody>
      </p:sp>
      <p:sp>
        <p:nvSpPr>
          <p:cNvPr id="10" name="Shape 131"/>
          <p:cNvSpPr/>
          <p:nvPr/>
        </p:nvSpPr>
        <p:spPr>
          <a:xfrm>
            <a:off x="952500" y="18489726"/>
            <a:ext cx="16008688" cy="1277273"/>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300" dirty="0">
                <a:latin typeface="Open Sans" panose="020B0606030504020204" pitchFamily="34" charset="0"/>
                <a:ea typeface="Open Sans" panose="020B0606030504020204" pitchFamily="34" charset="0"/>
                <a:cs typeface="Open Sans" panose="020B0606030504020204" pitchFamily="34" charset="0"/>
              </a:rPr>
              <a:t>Configuring IntelliJ IDEA for Windows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 want to configure IntelliJ IDEA, so that we can use it for some Java coding.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talk more about this in a moment, but first we have to set IntelliJ up so that it understands Java code. We need to link the JDK we installed, Oracle's JDK 25, with IntelliJ IDEA, so that they work together.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Basically, that means telling IntelliJ, where the JDK is installed, on the computer.</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a:t>
            </a:r>
            <a:r>
              <a:rPr lang="en-US" sz="6400" b="1" dirty="0">
                <a:latin typeface="Open Sans" panose="020B0606030504020204" pitchFamily="34" charset="0"/>
                <a:ea typeface="Open Sans" panose="020B0606030504020204" pitchFamily="34" charset="0"/>
                <a:cs typeface="Open Sans" panose="020B0606030504020204" pitchFamily="34" charset="0"/>
              </a:rPr>
              <a:t>JDK</a:t>
            </a:r>
            <a:r>
              <a:rPr lang="en-US" sz="6400" dirty="0">
                <a:latin typeface="Open Sans" panose="020B0606030504020204" pitchFamily="34" charset="0"/>
                <a:ea typeface="Open Sans" panose="020B0606030504020204" pitchFamily="34" charset="0"/>
                <a:cs typeface="Open Sans" panose="020B0606030504020204" pitchFamily="34" charset="0"/>
              </a:rPr>
              <a:t> is a </a:t>
            </a:r>
            <a:r>
              <a:rPr lang="en-US" sz="6400" b="1" dirty="0">
                <a:latin typeface="Open Sans" panose="020B0606030504020204" pitchFamily="34" charset="0"/>
                <a:ea typeface="Open Sans" panose="020B0606030504020204" pitchFamily="34" charset="0"/>
                <a:cs typeface="Open Sans" panose="020B0606030504020204" pitchFamily="34" charset="0"/>
              </a:rPr>
              <a:t>Software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SDK</a:t>
            </a:r>
            <a:r>
              <a:rPr lang="en-US" sz="6400" dirty="0">
                <a:latin typeface="Open Sans" panose="020B0606030504020204" pitchFamily="34" charset="0"/>
                <a:ea typeface="Open Sans" panose="020B0606030504020204" pitchFamily="34" charset="0"/>
                <a:cs typeface="Open Sans" panose="020B0606030504020204" pitchFamily="34" charset="0"/>
              </a:rPr>
              <a:t>. Whatever you call it, it contains the tools you need, to compile and run programs. The </a:t>
            </a:r>
            <a:r>
              <a:rPr lang="en-US" sz="6400" b="1" dirty="0">
                <a:latin typeface="Open Sans" panose="020B0606030504020204" pitchFamily="34" charset="0"/>
                <a:ea typeface="Open Sans" panose="020B0606030504020204" pitchFamily="34" charset="0"/>
                <a:cs typeface="Open Sans" panose="020B0606030504020204" pitchFamily="34" charset="0"/>
              </a:rPr>
              <a:t>Java Development Kit</a:t>
            </a:r>
            <a:r>
              <a:rPr lang="en-US" sz="6400" dirty="0">
                <a:latin typeface="Open Sans" panose="020B0606030504020204" pitchFamily="34" charset="0"/>
                <a:ea typeface="Open Sans" panose="020B0606030504020204" pitchFamily="34" charset="0"/>
                <a:cs typeface="Open Sans" panose="020B0606030504020204" pitchFamily="34" charset="0"/>
              </a:rPr>
              <a:t>  includes the tools that enables the computer to understand your Java code, and to execute it. It also has a debugger, and we'll be seeing what that is and how to use it, when we've written a program to debug.</a:t>
            </a:r>
          </a:p>
        </p:txBody>
      </p:sp>
    </p:spTree>
    <p:extLst>
      <p:ext uri="{BB962C8B-B14F-4D97-AF65-F5344CB8AC3E}">
        <p14:creationId xmlns:p14="http://schemas.microsoft.com/office/powerpoint/2010/main" val="115805491"/>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613</TotalTime>
  <Words>352</Words>
  <Application>Microsoft Office PowerPoint</Application>
  <PresentationFormat>Custom</PresentationFormat>
  <Paragraphs>13</Paragraphs>
  <Slides>2</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Helvetica</vt:lpstr>
      <vt:lpstr>Helvetica Light</vt:lpstr>
      <vt:lpstr>Helvetica Neue</vt:lpstr>
      <vt:lpstr>Open Sans</vt:lpstr>
      <vt:lpstr>White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166</cp:revision>
  <dcterms:modified xsi:type="dcterms:W3CDTF">2025-12-18T03:35:31Z</dcterms:modified>
</cp:coreProperties>
</file>