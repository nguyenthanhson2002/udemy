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2"/>
    <p:sldId id="278" r:id="rId3"/>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161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 name="Shape 126"/>
          <p:cNvSpPr/>
          <p:nvPr/>
        </p:nvSpPr>
        <p:spPr>
          <a:xfrm>
            <a:off x="952498" y="459786"/>
            <a:ext cx="3420487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actually start some java coding. This video is applicable whether you're running on Windows, Mac, or Linux.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firstly, we need to link the JDK we installed, Oracle's JDK 17, with IntelliJ IDEA so that they work together. 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effectively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write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256803748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144016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for Linux</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for Linux</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use it for some Java coding.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talk more about this in a moment, but first we have to set IntelliJ up so that it understands Java code. We need to link the JDK we installed, Oracle's JDK 25, with IntelliJ IDEA, so that they work together.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compile and run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115805491"/>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613</TotalTime>
  <Words>352</Words>
  <Application>Microsoft Office PowerPoint</Application>
  <PresentationFormat>Custom</PresentationFormat>
  <Paragraphs>13</Paragraphs>
  <Slides>2</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Helvetica</vt:lpstr>
      <vt:lpstr>Helvetica Light</vt:lpstr>
      <vt:lpstr>Helvetica Neue</vt:lpstr>
      <vt:lpstr>Open Sans</vt:lpstr>
      <vt:lpstr>White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168</cp:revision>
  <dcterms:modified xsi:type="dcterms:W3CDTF">2025-12-18T03:36:06Z</dcterms:modified>
</cp:coreProperties>
</file>