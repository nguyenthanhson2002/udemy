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7" r:id="rId2"/>
    <p:sldId id="281" r:id="rId3"/>
    <p:sldId id="283" r:id="rId4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5151" autoAdjust="0"/>
  </p:normalViewPr>
  <p:slideViewPr>
    <p:cSldViewPr snapToGrid="0">
      <p:cViewPr varScale="1">
        <p:scale>
          <a:sx n="52" d="100"/>
          <a:sy n="52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5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9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78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001716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an IDE?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an IDE?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681417"/>
            <a:ext cx="34782670" cy="462635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an IDE?</a:t>
            </a:r>
          </a:p>
          <a:p>
            <a:pPr marL="1800000" algn="l">
              <a:spcAft>
                <a:spcPts val="1800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 stands for Integrated Development Environment</a:t>
            </a:r>
          </a:p>
          <a:p>
            <a:pPr marL="1800000" algn="l">
              <a:spcAft>
                <a:spcPts val="1800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IDE is a program that provides comprehensive facilities to programmers for software development. Think of it as a "Swiss Army knife" for coding!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09B7C-C1F2-2B77-3301-97274FADF242}"/>
              </a:ext>
            </a:extLst>
          </p:cNvPr>
          <p:cNvSpPr/>
          <p:nvPr/>
        </p:nvSpPr>
        <p:spPr>
          <a:xfrm>
            <a:off x="4523601" y="7460525"/>
            <a:ext cx="5522442" cy="119867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old way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97FF7-7A74-4537-2269-B518045A028B}"/>
              </a:ext>
            </a:extLst>
          </p:cNvPr>
          <p:cNvSpPr/>
          <p:nvPr/>
        </p:nvSpPr>
        <p:spPr>
          <a:xfrm>
            <a:off x="4523601" y="12952359"/>
            <a:ext cx="5522442" cy="119867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new way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AC9B44-E54C-D4A2-1549-01455CD04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253" t="72644" r="1929" b="1531"/>
          <a:stretch/>
        </p:blipFill>
        <p:spPr>
          <a:xfrm>
            <a:off x="9675342" y="14129117"/>
            <a:ext cx="18201502" cy="394179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DBD475D-BCC6-C492-4097-7D82349B5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253" t="33300" r="1930" b="37899"/>
          <a:stretch/>
        </p:blipFill>
        <p:spPr>
          <a:xfrm>
            <a:off x="9675341" y="8741830"/>
            <a:ext cx="18201502" cy="43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3748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4369318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 of an IDE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an IDE?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879126"/>
            <a:ext cx="34782670" cy="1514938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1800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 of an IDE: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Editor - Write and edit your code with syntax highlighting and auto-completion.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Debugger - Find and fix errors in your code step-by-step.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Compiler/Interpreter – Run your code directly from the IDE.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Navigation - Quickly jump to functions, classes, and files.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Intelligent Code Assistance - Get suggestions, warnings, and automatic fixes.</a:t>
            </a:r>
          </a:p>
          <a:p>
            <a:pPr algn="l">
              <a:spcAft>
                <a:spcPts val="1800"/>
              </a:spcAft>
            </a:pPr>
            <a:endParaRPr lang="en-US" sz="6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spcAft>
                <a:spcPts val="1800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use an IDE?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Productivity - Write code faster with smart suggestions.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Error Detection - Catch mistakes before running your code.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Debugging – Step through code to understand what's happening.</a:t>
            </a:r>
          </a:p>
          <a:p>
            <a:pPr marL="1936800" indent="-8572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All-in-One - Everything you need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80477689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2432891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 popular IDEs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  <a:endParaRPr lang="en-US" sz="3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an IDE?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3302961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IDEs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A0C806-C397-11EF-01A0-585F1E993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21954"/>
              </p:ext>
            </p:extLst>
          </p:nvPr>
        </p:nvGraphicFramePr>
        <p:xfrm>
          <a:off x="2361168" y="5043721"/>
          <a:ext cx="33374000" cy="118801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6464">
                  <a:extLst>
                    <a:ext uri="{9D8B030D-6E8A-4147-A177-3AD203B41FA5}">
                      <a16:colId xmlns:a16="http://schemas.microsoft.com/office/drawing/2014/main" val="3779088657"/>
                    </a:ext>
                  </a:extLst>
                </a:gridCol>
                <a:gridCol w="26257536">
                  <a:extLst>
                    <a:ext uri="{9D8B030D-6E8A-4147-A177-3AD203B41FA5}">
                      <a16:colId xmlns:a16="http://schemas.microsoft.com/office/drawing/2014/main" val="1394431982"/>
                    </a:ext>
                  </a:extLst>
                </a:gridCol>
              </a:tblGrid>
              <a:tr h="2376034">
                <a:tc>
                  <a:txBody>
                    <a:bodyPr/>
                    <a:lstStyle/>
                    <a:p>
                      <a:pPr algn="l"/>
                      <a:r>
                        <a:rPr lang="en-PH" sz="6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IntelliJ IDEA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Full-featured programmer's IDE by JetBrains. Supports development in: Java, Python, Kotlin, Ruby, TypeScript, Go, HTML and more.</a:t>
                      </a:r>
                      <a:endParaRPr lang="en-PH" sz="6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4820330"/>
                  </a:ext>
                </a:extLst>
              </a:tr>
              <a:tr h="2376034">
                <a:tc>
                  <a:txBody>
                    <a:bodyPr/>
                    <a:lstStyle/>
                    <a:p>
                      <a:pPr algn="l"/>
                      <a:r>
                        <a:rPr lang="en-PH" sz="6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Eclipse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An open-source Java IDE, released as an alternative to NetBeans. Very mature and full-featured.</a:t>
                      </a:r>
                      <a:endParaRPr lang="en-PH" sz="6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4621463"/>
                  </a:ext>
                </a:extLst>
              </a:tr>
              <a:tr h="2376034">
                <a:tc>
                  <a:txBody>
                    <a:bodyPr/>
                    <a:lstStyle/>
                    <a:p>
                      <a:pPr algn="l"/>
                      <a:r>
                        <a:rPr lang="en-PH" sz="6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NetBeans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The original Java IDE, supported by Oracle.</a:t>
                      </a:r>
                      <a:endParaRPr lang="en-PH" sz="6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7867915"/>
                  </a:ext>
                </a:extLst>
              </a:tr>
              <a:tr h="2376034">
                <a:tc>
                  <a:txBody>
                    <a:bodyPr/>
                    <a:lstStyle/>
                    <a:p>
                      <a:pPr algn="l"/>
                      <a:r>
                        <a:rPr lang="en-PH" sz="6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Visual Studio Code (VS Code)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VS Code can be used for Java development after installing an extension pack for Java.</a:t>
                      </a:r>
                      <a:endParaRPr lang="en-PH" sz="6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2555463"/>
                  </a:ext>
                </a:extLst>
              </a:tr>
              <a:tr h="2376034">
                <a:tc>
                  <a:txBody>
                    <a:bodyPr/>
                    <a:lstStyle/>
                    <a:p>
                      <a:pPr algn="l"/>
                      <a:r>
                        <a:rPr lang="en-PH" sz="6400" b="1" dirty="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BlueJ</a:t>
                      </a:r>
                      <a:endParaRPr lang="en-PH" sz="64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Java IDE designed for beginners, used in education but also very capable for real projects.</a:t>
                      </a:r>
                      <a:endParaRPr lang="en-PH" sz="6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907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324685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295</Words>
  <Application>Microsoft Office PowerPoint</Application>
  <PresentationFormat>Custom</PresentationFormat>
  <Paragraphs>37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162</cp:revision>
  <dcterms:modified xsi:type="dcterms:W3CDTF">2025-12-21T16:39:15Z</dcterms:modified>
</cp:coreProperties>
</file>