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78" r:id="rId2"/>
    <p:sldId id="279" r:id="rId3"/>
    <p:sldId id="280" r:id="rId4"/>
  </p:sldIdLst>
  <p:sldSz cx="36576000" cy="20574000"/>
  <p:notesSz cx="6858000" cy="9144000"/>
  <p:defaultTextStyle>
    <a:defPPr marL="0" marR="0" indent="0" algn="l" defTabSz="1369222" rtl="0" fontAlgn="auto" latinLnBrk="1" hangingPunct="0">
      <a:lnSpc>
        <a:spcPct val="100000"/>
      </a:lnSpc>
      <a:spcBef>
        <a:spcPts val="0"/>
      </a:spcBef>
      <a:spcAft>
        <a:spcPts val="0"/>
      </a:spcAft>
      <a:buClrTx/>
      <a:buSzTx/>
      <a:buFontTx/>
      <a:buNone/>
      <a:tabLst/>
      <a:defRPr kumimoji="0" sz="2696" b="0" i="0" u="none" strike="noStrike" cap="none" spc="0" normalizeH="0" baseline="0">
        <a:ln>
          <a:noFill/>
        </a:ln>
        <a:solidFill>
          <a:srgbClr val="000000"/>
        </a:solidFill>
        <a:effectLst/>
        <a:uFillTx/>
      </a:defRPr>
    </a:defPPr>
    <a:lvl1pPr marL="0" marR="0" indent="0"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1pPr>
    <a:lvl2pPr marL="0" marR="0" indent="342306"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2pPr>
    <a:lvl3pPr marL="0" marR="0" indent="684612"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3pPr>
    <a:lvl4pPr marL="0" marR="0" indent="1026916"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4pPr>
    <a:lvl5pPr marL="0" marR="0" indent="1369222"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5pPr>
    <a:lvl6pPr marL="0" marR="0" indent="1711528"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6pPr>
    <a:lvl7pPr marL="0" marR="0" indent="2053834"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7pPr>
    <a:lvl8pPr marL="0" marR="0" indent="2396140"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8pPr>
    <a:lvl9pPr marL="0" marR="0" indent="2738446" algn="ctr" defTabSz="1236104" rtl="0" fontAlgn="auto" latinLnBrk="0" hangingPunct="0">
      <a:lnSpc>
        <a:spcPct val="100000"/>
      </a:lnSpc>
      <a:spcBef>
        <a:spcPts val="0"/>
      </a:spcBef>
      <a:spcAft>
        <a:spcPts val="0"/>
      </a:spcAft>
      <a:buClrTx/>
      <a:buSzTx/>
      <a:buFontTx/>
      <a:buNone/>
      <a:tabLst/>
      <a:defRPr kumimoji="0" sz="7488" b="0" i="0" u="none" strike="noStrike" cap="none" spc="0" normalizeH="0" baseline="0">
        <a:ln>
          <a:noFill/>
        </a:ln>
        <a:solidFill>
          <a:srgbClr val="000000"/>
        </a:solidFill>
        <a:effectLst/>
        <a:uFillTx/>
        <a:latin typeface="+mn-lt"/>
        <a:ea typeface="+mn-ea"/>
        <a:cs typeface="+mn-cs"/>
        <a:sym typeface="Helvetica Ligh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1E1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4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132" autoAdjust="0"/>
    <p:restoredTop sz="94660"/>
  </p:normalViewPr>
  <p:slideViewPr>
    <p:cSldViewPr snapToGrid="0">
      <p:cViewPr varScale="1">
        <p:scale>
          <a:sx n="52" d="100"/>
          <a:sy n="52" d="100"/>
        </p:scale>
        <p:origin x="1152"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381000" y="685800"/>
            <a:ext cx="6096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2478303747"/>
      </p:ext>
    </p:extLst>
  </p:cSld>
  <p:clrMap bg1="lt1" tx1="dk1" bg2="lt2" tx2="dk2" accent1="accent1" accent2="accent2" accent3="accent3" accent4="accent4" accent5="accent5" accent6="accent6" hlink="hlink" folHlink="folHlink"/>
  <p:notesStyle>
    <a:lvl1pPr defTabSz="684612" latinLnBrk="0">
      <a:lnSpc>
        <a:spcPct val="117999"/>
      </a:lnSpc>
      <a:defRPr sz="3294">
        <a:latin typeface="Helvetica Neue"/>
        <a:ea typeface="Helvetica Neue"/>
        <a:cs typeface="Helvetica Neue"/>
        <a:sym typeface="Helvetica Neue"/>
      </a:defRPr>
    </a:lvl1pPr>
    <a:lvl2pPr indent="342306" defTabSz="684612" latinLnBrk="0">
      <a:lnSpc>
        <a:spcPct val="117999"/>
      </a:lnSpc>
      <a:defRPr sz="3294">
        <a:latin typeface="Helvetica Neue"/>
        <a:ea typeface="Helvetica Neue"/>
        <a:cs typeface="Helvetica Neue"/>
        <a:sym typeface="Helvetica Neue"/>
      </a:defRPr>
    </a:lvl2pPr>
    <a:lvl3pPr indent="684612" defTabSz="684612" latinLnBrk="0">
      <a:lnSpc>
        <a:spcPct val="117999"/>
      </a:lnSpc>
      <a:defRPr sz="3294">
        <a:latin typeface="Helvetica Neue"/>
        <a:ea typeface="Helvetica Neue"/>
        <a:cs typeface="Helvetica Neue"/>
        <a:sym typeface="Helvetica Neue"/>
      </a:defRPr>
    </a:lvl3pPr>
    <a:lvl4pPr indent="1026916" defTabSz="684612" latinLnBrk="0">
      <a:lnSpc>
        <a:spcPct val="117999"/>
      </a:lnSpc>
      <a:defRPr sz="3294">
        <a:latin typeface="Helvetica Neue"/>
        <a:ea typeface="Helvetica Neue"/>
        <a:cs typeface="Helvetica Neue"/>
        <a:sym typeface="Helvetica Neue"/>
      </a:defRPr>
    </a:lvl4pPr>
    <a:lvl5pPr indent="1369222" defTabSz="684612" latinLnBrk="0">
      <a:lnSpc>
        <a:spcPct val="117999"/>
      </a:lnSpc>
      <a:defRPr sz="3294">
        <a:latin typeface="Helvetica Neue"/>
        <a:ea typeface="Helvetica Neue"/>
        <a:cs typeface="Helvetica Neue"/>
        <a:sym typeface="Helvetica Neue"/>
      </a:defRPr>
    </a:lvl5pPr>
    <a:lvl6pPr indent="1711528" defTabSz="684612" latinLnBrk="0">
      <a:lnSpc>
        <a:spcPct val="117999"/>
      </a:lnSpc>
      <a:defRPr sz="3294">
        <a:latin typeface="Helvetica Neue"/>
        <a:ea typeface="Helvetica Neue"/>
        <a:cs typeface="Helvetica Neue"/>
        <a:sym typeface="Helvetica Neue"/>
      </a:defRPr>
    </a:lvl6pPr>
    <a:lvl7pPr indent="2053834" defTabSz="684612" latinLnBrk="0">
      <a:lnSpc>
        <a:spcPct val="117999"/>
      </a:lnSpc>
      <a:defRPr sz="3294">
        <a:latin typeface="Helvetica Neue"/>
        <a:ea typeface="Helvetica Neue"/>
        <a:cs typeface="Helvetica Neue"/>
        <a:sym typeface="Helvetica Neue"/>
      </a:defRPr>
    </a:lvl7pPr>
    <a:lvl8pPr indent="2396140" defTabSz="684612" latinLnBrk="0">
      <a:lnSpc>
        <a:spcPct val="117999"/>
      </a:lnSpc>
      <a:defRPr sz="3294">
        <a:latin typeface="Helvetica Neue"/>
        <a:ea typeface="Helvetica Neue"/>
        <a:cs typeface="Helvetica Neue"/>
        <a:sym typeface="Helvetica Neue"/>
      </a:defRPr>
    </a:lvl8pPr>
    <a:lvl9pPr indent="2738446" defTabSz="684612" latinLnBrk="0">
      <a:lnSpc>
        <a:spcPct val="117999"/>
      </a:lnSpc>
      <a:defRPr sz="3294">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438545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627480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787073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Shape 20"/>
          <p:cNvSpPr>
            <a:spLocks noGrp="1"/>
          </p:cNvSpPr>
          <p:nvPr>
            <p:ph type="pic" idx="13"/>
          </p:nvPr>
        </p:nvSpPr>
        <p:spPr>
          <a:xfrm>
            <a:off x="4688955" y="1009652"/>
            <a:ext cx="27203402" cy="13106400"/>
          </a:xfrm>
          <a:prstGeom prst="rect">
            <a:avLst/>
          </a:prstGeom>
        </p:spPr>
        <p:txBody>
          <a:bodyPr lIns="91439" tIns="45719" rIns="91439" bIns="45719" anchor="t">
            <a:noAutofit/>
          </a:bodyPr>
          <a:lstStyle/>
          <a:p>
            <a:endParaRPr/>
          </a:p>
        </p:txBody>
      </p:sp>
      <p:sp>
        <p:nvSpPr>
          <p:cNvPr id="21" name="Shape 21"/>
          <p:cNvSpPr>
            <a:spLocks noGrp="1"/>
          </p:cNvSpPr>
          <p:nvPr>
            <p:ph type="title"/>
          </p:nvPr>
        </p:nvSpPr>
        <p:spPr>
          <a:xfrm>
            <a:off x="952500" y="14173202"/>
            <a:ext cx="34671000" cy="3009900"/>
          </a:xfrm>
          <a:prstGeom prst="rect">
            <a:avLst/>
          </a:prstGeom>
        </p:spPr>
        <p:txBody>
          <a:bodyPr anchor="b"/>
          <a:lstStyle/>
          <a:p>
            <a:r>
              <a:t>Title Text</a:t>
            </a:r>
          </a:p>
        </p:txBody>
      </p:sp>
      <p:sp>
        <p:nvSpPr>
          <p:cNvPr id="22" name="Shape 22"/>
          <p:cNvSpPr>
            <a:spLocks noGrp="1"/>
          </p:cNvSpPr>
          <p:nvPr>
            <p:ph type="body" sz="quarter" idx="1"/>
          </p:nvPr>
        </p:nvSpPr>
        <p:spPr>
          <a:xfrm>
            <a:off x="952500" y="17278351"/>
            <a:ext cx="34671000" cy="2381250"/>
          </a:xfrm>
          <a:prstGeom prst="rect">
            <a:avLst/>
          </a:prstGeom>
        </p:spPr>
        <p:txBody>
          <a:bodyPr anchor="t"/>
          <a:lstStyle>
            <a:lvl1pPr marL="0" indent="0" algn="ctr">
              <a:spcBef>
                <a:spcPts val="0"/>
              </a:spcBef>
              <a:buSzTx/>
              <a:buNone/>
              <a:defRPr sz="6600"/>
            </a:lvl1pPr>
            <a:lvl2pPr marL="0" indent="342882" algn="ctr">
              <a:spcBef>
                <a:spcPts val="0"/>
              </a:spcBef>
              <a:buSzTx/>
              <a:buNone/>
              <a:defRPr sz="6600"/>
            </a:lvl2pPr>
            <a:lvl3pPr marL="0" indent="685764" algn="ctr">
              <a:spcBef>
                <a:spcPts val="0"/>
              </a:spcBef>
              <a:buSzTx/>
              <a:buNone/>
              <a:defRPr sz="6600"/>
            </a:lvl3pPr>
            <a:lvl4pPr marL="0" indent="1028644" algn="ctr">
              <a:spcBef>
                <a:spcPts val="0"/>
              </a:spcBef>
              <a:buSzTx/>
              <a:buNone/>
              <a:defRPr sz="6600"/>
            </a:lvl4pPr>
            <a:lvl5pPr marL="0" indent="1371526" algn="ctr">
              <a:spcBef>
                <a:spcPts val="0"/>
              </a:spcBef>
              <a:buSzTx/>
              <a:buNone/>
              <a:defRPr sz="6600"/>
            </a:lvl5pPr>
          </a:lstStyle>
          <a:p>
            <a:r>
              <a:t>Body Level One</a:t>
            </a:r>
          </a:p>
          <a:p>
            <a:pPr lvl="1"/>
            <a:r>
              <a:t>Body Level Two</a:t>
            </a:r>
          </a:p>
          <a:p>
            <a:pPr lvl="2"/>
            <a:r>
              <a:t>Body Level Three</a:t>
            </a:r>
          </a:p>
          <a:p>
            <a:pPr lvl="3"/>
            <a:r>
              <a:t>Body Level Four</a:t>
            </a:r>
          </a:p>
          <a:p>
            <a:pPr lvl="4"/>
            <a:r>
              <a:t>Body Level Five</a:t>
            </a:r>
          </a:p>
        </p:txBody>
      </p:sp>
      <p:sp>
        <p:nvSpPr>
          <p:cNvPr id="23" name="Shape 2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Shape 30"/>
          <p:cNvSpPr>
            <a:spLocks noGrp="1"/>
          </p:cNvSpPr>
          <p:nvPr>
            <p:ph type="title"/>
          </p:nvPr>
        </p:nvSpPr>
        <p:spPr>
          <a:xfrm>
            <a:off x="2667000" y="6800852"/>
            <a:ext cx="31242000" cy="6972300"/>
          </a:xfrm>
          <a:prstGeom prst="rect">
            <a:avLst/>
          </a:prstGeom>
        </p:spPr>
        <p:txBody>
          <a:bodyPr/>
          <a:lstStyle/>
          <a:p>
            <a:r>
              <a:t>Title Text</a:t>
            </a:r>
          </a:p>
        </p:txBody>
      </p:sp>
      <p:sp>
        <p:nvSpPr>
          <p:cNvPr id="31" name="Shape 3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Shape 38"/>
          <p:cNvSpPr>
            <a:spLocks noGrp="1"/>
          </p:cNvSpPr>
          <p:nvPr>
            <p:ph type="pic" sz="half" idx="13"/>
          </p:nvPr>
        </p:nvSpPr>
        <p:spPr>
          <a:xfrm>
            <a:off x="19748973" y="1657352"/>
            <a:ext cx="14287502" cy="17259300"/>
          </a:xfrm>
          <a:prstGeom prst="rect">
            <a:avLst/>
          </a:prstGeom>
        </p:spPr>
        <p:txBody>
          <a:bodyPr lIns="91439" tIns="45719" rIns="91439" bIns="45719" anchor="t">
            <a:noAutofit/>
          </a:bodyPr>
          <a:lstStyle/>
          <a:p>
            <a:endParaRPr/>
          </a:p>
        </p:txBody>
      </p:sp>
      <p:sp>
        <p:nvSpPr>
          <p:cNvPr id="39" name="Shape 39"/>
          <p:cNvSpPr>
            <a:spLocks noGrp="1"/>
          </p:cNvSpPr>
          <p:nvPr>
            <p:ph type="title"/>
          </p:nvPr>
        </p:nvSpPr>
        <p:spPr>
          <a:xfrm>
            <a:off x="2476503" y="1657350"/>
            <a:ext cx="15335250" cy="8420100"/>
          </a:xfrm>
          <a:prstGeom prst="rect">
            <a:avLst/>
          </a:prstGeom>
        </p:spPr>
        <p:txBody>
          <a:bodyPr anchor="b"/>
          <a:lstStyle>
            <a:lvl1pPr>
              <a:defRPr sz="12598"/>
            </a:lvl1pPr>
          </a:lstStyle>
          <a:p>
            <a:r>
              <a:t>Title Text</a:t>
            </a:r>
          </a:p>
        </p:txBody>
      </p:sp>
      <p:sp>
        <p:nvSpPr>
          <p:cNvPr id="40" name="Shape 40"/>
          <p:cNvSpPr>
            <a:spLocks noGrp="1"/>
          </p:cNvSpPr>
          <p:nvPr>
            <p:ph type="body" sz="quarter" idx="1"/>
          </p:nvPr>
        </p:nvSpPr>
        <p:spPr>
          <a:xfrm>
            <a:off x="2476503" y="10267950"/>
            <a:ext cx="15335250" cy="8648700"/>
          </a:xfrm>
          <a:prstGeom prst="rect">
            <a:avLst/>
          </a:prstGeom>
        </p:spPr>
        <p:txBody>
          <a:bodyPr anchor="t"/>
          <a:lstStyle>
            <a:lvl1pPr marL="0" indent="0" algn="ctr">
              <a:spcBef>
                <a:spcPts val="0"/>
              </a:spcBef>
              <a:buSzTx/>
              <a:buNone/>
              <a:defRPr sz="6600"/>
            </a:lvl1pPr>
            <a:lvl2pPr marL="0" indent="342882" algn="ctr">
              <a:spcBef>
                <a:spcPts val="0"/>
              </a:spcBef>
              <a:buSzTx/>
              <a:buNone/>
              <a:defRPr sz="6600"/>
            </a:lvl2pPr>
            <a:lvl3pPr marL="0" indent="685764" algn="ctr">
              <a:spcBef>
                <a:spcPts val="0"/>
              </a:spcBef>
              <a:buSzTx/>
              <a:buNone/>
              <a:defRPr sz="6600"/>
            </a:lvl3pPr>
            <a:lvl4pPr marL="0" indent="1028644" algn="ctr">
              <a:spcBef>
                <a:spcPts val="0"/>
              </a:spcBef>
              <a:buSzTx/>
              <a:buNone/>
              <a:defRPr sz="6600"/>
            </a:lvl4pPr>
            <a:lvl5pPr marL="0" indent="1371526" algn="ctr">
              <a:spcBef>
                <a:spcPts val="0"/>
              </a:spcBef>
              <a:buSzTx/>
              <a:buNone/>
              <a:defRPr sz="6600"/>
            </a:lvl5pPr>
          </a:lstStyle>
          <a:p>
            <a:r>
              <a:t>Body Level One</a:t>
            </a:r>
          </a:p>
          <a:p>
            <a:pPr lvl="1"/>
            <a:r>
              <a:t>Body Level Two</a:t>
            </a:r>
          </a:p>
          <a:p>
            <a:pPr lvl="2"/>
            <a:r>
              <a:t>Body Level Three</a:t>
            </a:r>
          </a:p>
          <a:p>
            <a:pPr lvl="3"/>
            <a:r>
              <a:t>Body Level Four</a:t>
            </a:r>
          </a:p>
          <a:p>
            <a:pPr lvl="4"/>
            <a:r>
              <a:t>Body Level Five</a:t>
            </a:r>
          </a:p>
        </p:txBody>
      </p:sp>
      <p:sp>
        <p:nvSpPr>
          <p:cNvPr id="41" name="Shape 4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Shape 48"/>
          <p:cNvSpPr>
            <a:spLocks noGrp="1"/>
          </p:cNvSpPr>
          <p:nvPr>
            <p:ph type="title"/>
          </p:nvPr>
        </p:nvSpPr>
        <p:spPr>
          <a:prstGeom prst="rect">
            <a:avLst/>
          </a:prstGeom>
        </p:spPr>
        <p:txBody>
          <a:bodyPr/>
          <a:lstStyle/>
          <a:p>
            <a:r>
              <a:t>Title Text</a:t>
            </a:r>
          </a:p>
        </p:txBody>
      </p:sp>
      <p:sp>
        <p:nvSpPr>
          <p:cNvPr id="49" name="Shape 49"/>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Shape 56"/>
          <p:cNvSpPr>
            <a:spLocks noGrp="1"/>
          </p:cNvSpPr>
          <p:nvPr>
            <p:ph type="title"/>
          </p:nvPr>
        </p:nvSpPr>
        <p:spPr>
          <a:prstGeom prst="rect">
            <a:avLst/>
          </a:prstGeom>
        </p:spPr>
        <p:txBody>
          <a:bodyPr/>
          <a:lstStyle/>
          <a:p>
            <a:r>
              <a:t>Title Text</a:t>
            </a:r>
          </a:p>
        </p:txBody>
      </p:sp>
      <p:sp>
        <p:nvSpPr>
          <p:cNvPr id="57" name="Shape 57"/>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hape 5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Shape 65"/>
          <p:cNvSpPr>
            <a:spLocks noGrp="1"/>
          </p:cNvSpPr>
          <p:nvPr>
            <p:ph type="pic" sz="half" idx="13"/>
          </p:nvPr>
        </p:nvSpPr>
        <p:spPr>
          <a:xfrm>
            <a:off x="19754850" y="4857753"/>
            <a:ext cx="14287500" cy="13811250"/>
          </a:xfrm>
          <a:prstGeom prst="rect">
            <a:avLst/>
          </a:prstGeom>
        </p:spPr>
        <p:txBody>
          <a:bodyPr lIns="91439" tIns="45719" rIns="91439" bIns="45719" anchor="t">
            <a:noAutofit/>
          </a:bodyPr>
          <a:lstStyle/>
          <a:p>
            <a:endParaRPr/>
          </a:p>
        </p:txBody>
      </p:sp>
      <p:sp>
        <p:nvSpPr>
          <p:cNvPr id="66" name="Shape 66"/>
          <p:cNvSpPr>
            <a:spLocks noGrp="1"/>
          </p:cNvSpPr>
          <p:nvPr>
            <p:ph type="title"/>
          </p:nvPr>
        </p:nvSpPr>
        <p:spPr>
          <a:prstGeom prst="rect">
            <a:avLst/>
          </a:prstGeom>
        </p:spPr>
        <p:txBody>
          <a:bodyPr/>
          <a:lstStyle/>
          <a:p>
            <a:r>
              <a:t>Title Text</a:t>
            </a:r>
          </a:p>
        </p:txBody>
      </p:sp>
      <p:sp>
        <p:nvSpPr>
          <p:cNvPr id="67" name="Shape 67"/>
          <p:cNvSpPr>
            <a:spLocks noGrp="1"/>
          </p:cNvSpPr>
          <p:nvPr>
            <p:ph type="body" sz="half" idx="1"/>
          </p:nvPr>
        </p:nvSpPr>
        <p:spPr>
          <a:xfrm>
            <a:off x="2533650" y="4857753"/>
            <a:ext cx="15011400" cy="13811250"/>
          </a:xfrm>
          <a:prstGeom prst="rect">
            <a:avLst/>
          </a:prstGeom>
        </p:spPr>
        <p:txBody>
          <a:bodyPr/>
          <a:lstStyle>
            <a:lvl1pPr marL="838154" indent="-838154">
              <a:spcBef>
                <a:spcPts val="6750"/>
              </a:spcBef>
              <a:defRPr sz="6750"/>
            </a:lvl1pPr>
            <a:lvl2pPr marL="1676310" indent="-838154">
              <a:spcBef>
                <a:spcPts val="6750"/>
              </a:spcBef>
              <a:defRPr sz="6750"/>
            </a:lvl2pPr>
            <a:lvl3pPr marL="2514464" indent="-838154">
              <a:spcBef>
                <a:spcPts val="6750"/>
              </a:spcBef>
              <a:defRPr sz="6750"/>
            </a:lvl3pPr>
            <a:lvl4pPr marL="3352620" indent="-838154">
              <a:spcBef>
                <a:spcPts val="6750"/>
              </a:spcBef>
              <a:defRPr sz="6750"/>
            </a:lvl4pPr>
            <a:lvl5pPr marL="4190774" indent="-838154">
              <a:spcBef>
                <a:spcPts val="6750"/>
              </a:spcBef>
              <a:defRPr sz="6750"/>
            </a:lvl5pPr>
          </a:lstStyle>
          <a:p>
            <a:r>
              <a:t>Body Level One</a:t>
            </a:r>
          </a:p>
          <a:p>
            <a:pPr lvl="1"/>
            <a:r>
              <a:t>Body Level Two</a:t>
            </a:r>
          </a:p>
          <a:p>
            <a:pPr lvl="2"/>
            <a:r>
              <a:t>Body Level Three</a:t>
            </a:r>
          </a:p>
          <a:p>
            <a:pPr lvl="3"/>
            <a:r>
              <a:t>Body Level Four</a:t>
            </a:r>
          </a:p>
          <a:p>
            <a:pPr lvl="4"/>
            <a:r>
              <a:t>Body Level Five</a:t>
            </a:r>
          </a:p>
        </p:txBody>
      </p:sp>
      <p:sp>
        <p:nvSpPr>
          <p:cNvPr id="68" name="Shape 6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Shape 75"/>
          <p:cNvSpPr>
            <a:spLocks noGrp="1"/>
          </p:cNvSpPr>
          <p:nvPr>
            <p:ph type="body" idx="1"/>
          </p:nvPr>
        </p:nvSpPr>
        <p:spPr>
          <a:xfrm>
            <a:off x="2533650" y="2667001"/>
            <a:ext cx="31508700" cy="1522095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6" name="Shape 7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Shape 83"/>
          <p:cNvSpPr>
            <a:spLocks noGrp="1"/>
          </p:cNvSpPr>
          <p:nvPr>
            <p:ph type="pic" sz="quarter" idx="13"/>
          </p:nvPr>
        </p:nvSpPr>
        <p:spPr>
          <a:xfrm>
            <a:off x="23641053" y="10572751"/>
            <a:ext cx="11106150" cy="8324850"/>
          </a:xfrm>
          <a:prstGeom prst="rect">
            <a:avLst/>
          </a:prstGeom>
        </p:spPr>
        <p:txBody>
          <a:bodyPr lIns="91439" tIns="45719" rIns="91439" bIns="45719" anchor="t">
            <a:noAutofit/>
          </a:bodyPr>
          <a:lstStyle/>
          <a:p>
            <a:endParaRPr/>
          </a:p>
        </p:txBody>
      </p:sp>
      <p:sp>
        <p:nvSpPr>
          <p:cNvPr id="84" name="Shape 84"/>
          <p:cNvSpPr>
            <a:spLocks noGrp="1"/>
          </p:cNvSpPr>
          <p:nvPr>
            <p:ph type="pic" sz="quarter" idx="14"/>
          </p:nvPr>
        </p:nvSpPr>
        <p:spPr>
          <a:xfrm>
            <a:off x="23641053" y="1695451"/>
            <a:ext cx="11106150" cy="8324850"/>
          </a:xfrm>
          <a:prstGeom prst="rect">
            <a:avLst/>
          </a:prstGeom>
        </p:spPr>
        <p:txBody>
          <a:bodyPr lIns="91439" tIns="45719" rIns="91439" bIns="45719" anchor="t">
            <a:noAutofit/>
          </a:bodyPr>
          <a:lstStyle/>
          <a:p>
            <a:endParaRPr/>
          </a:p>
        </p:txBody>
      </p:sp>
      <p:sp>
        <p:nvSpPr>
          <p:cNvPr id="85" name="Shape 85"/>
          <p:cNvSpPr>
            <a:spLocks noGrp="1"/>
          </p:cNvSpPr>
          <p:nvPr>
            <p:ph type="pic" idx="15"/>
          </p:nvPr>
        </p:nvSpPr>
        <p:spPr>
          <a:xfrm>
            <a:off x="1809750" y="1695451"/>
            <a:ext cx="21259800" cy="17202150"/>
          </a:xfrm>
          <a:prstGeom prst="rect">
            <a:avLst/>
          </a:prstGeom>
        </p:spPr>
        <p:txBody>
          <a:bodyPr lIns="91439" tIns="45719" rIns="91439" bIns="45719" anchor="t">
            <a:noAutofit/>
          </a:bodyPr>
          <a:lstStyle/>
          <a:p>
            <a:endParaRPr/>
          </a:p>
        </p:txBody>
      </p:sp>
      <p:sp>
        <p:nvSpPr>
          <p:cNvPr id="86" name="Shape 86"/>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Shape 93"/>
          <p:cNvSpPr>
            <a:spLocks noGrp="1"/>
          </p:cNvSpPr>
          <p:nvPr>
            <p:ph type="body" sz="quarter" idx="13"/>
          </p:nvPr>
        </p:nvSpPr>
        <p:spPr>
          <a:xfrm>
            <a:off x="3581403" y="13430251"/>
            <a:ext cx="29432250" cy="979755"/>
          </a:xfrm>
          <a:prstGeom prst="rect">
            <a:avLst/>
          </a:prstGeom>
        </p:spPr>
        <p:txBody>
          <a:bodyPr anchor="t">
            <a:spAutoFit/>
          </a:bodyPr>
          <a:lstStyle>
            <a:lvl1pPr marL="0" indent="0" algn="ctr">
              <a:spcBef>
                <a:spcPts val="0"/>
              </a:spcBef>
              <a:buSzTx/>
              <a:buNone/>
              <a:defRPr sz="5700">
                <a:latin typeface="Helvetica"/>
                <a:ea typeface="Helvetica"/>
                <a:cs typeface="Helvetica"/>
                <a:sym typeface="Helvetica"/>
              </a:defRPr>
            </a:lvl1pPr>
          </a:lstStyle>
          <a:p>
            <a:r>
              <a:t>–Johnny Appleseed</a:t>
            </a:r>
          </a:p>
        </p:txBody>
      </p:sp>
      <p:sp>
        <p:nvSpPr>
          <p:cNvPr id="94" name="Shape 94"/>
          <p:cNvSpPr>
            <a:spLocks noGrp="1"/>
          </p:cNvSpPr>
          <p:nvPr>
            <p:ph type="body" sz="quarter" idx="14"/>
          </p:nvPr>
        </p:nvSpPr>
        <p:spPr>
          <a:xfrm>
            <a:off x="3581403" y="9083251"/>
            <a:ext cx="29432250" cy="1302601"/>
          </a:xfrm>
          <a:prstGeom prst="rect">
            <a:avLst/>
          </a:prstGeom>
        </p:spPr>
        <p:txBody>
          <a:bodyPr>
            <a:spAutoFit/>
          </a:bodyPr>
          <a:lstStyle>
            <a:lvl1pPr marL="0" indent="0" algn="ctr">
              <a:spcBef>
                <a:spcPts val="0"/>
              </a:spcBef>
              <a:buSzTx/>
              <a:buNone/>
            </a:lvl1pPr>
          </a:lstStyle>
          <a:p>
            <a:r>
              <a:t>“Type a quote here.” </a:t>
            </a:r>
          </a:p>
        </p:txBody>
      </p:sp>
      <p:sp>
        <p:nvSpPr>
          <p:cNvPr id="95" name="Shape 95"/>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Shape 102"/>
          <p:cNvSpPr>
            <a:spLocks noGrp="1"/>
          </p:cNvSpPr>
          <p:nvPr>
            <p:ph type="pic" idx="13"/>
          </p:nvPr>
        </p:nvSpPr>
        <p:spPr>
          <a:xfrm>
            <a:off x="0" y="2"/>
            <a:ext cx="36576000" cy="20574000"/>
          </a:xfrm>
          <a:prstGeom prst="rect">
            <a:avLst/>
          </a:prstGeom>
        </p:spPr>
        <p:txBody>
          <a:bodyPr lIns="91439" tIns="45719" rIns="91439" bIns="45719" anchor="t">
            <a:noAutofit/>
          </a:bodyPr>
          <a:lstStyle/>
          <a:p>
            <a:endParaRPr/>
          </a:p>
        </p:txBody>
      </p:sp>
      <p:sp>
        <p:nvSpPr>
          <p:cNvPr id="103" name="Shape 103"/>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hape 110"/>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2533650" y="1428750"/>
            <a:ext cx="31508700" cy="3429000"/>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normAutofit/>
          </a:bodyPr>
          <a:lstStyle/>
          <a:p>
            <a:r>
              <a:t>Title Text</a:t>
            </a:r>
          </a:p>
        </p:txBody>
      </p:sp>
      <p:sp>
        <p:nvSpPr>
          <p:cNvPr id="3" name="Shape 3"/>
          <p:cNvSpPr>
            <a:spLocks noGrp="1"/>
          </p:cNvSpPr>
          <p:nvPr>
            <p:ph type="body" idx="1"/>
          </p:nvPr>
        </p:nvSpPr>
        <p:spPr>
          <a:xfrm>
            <a:off x="2533650" y="4857753"/>
            <a:ext cx="31508700" cy="13811250"/>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hape 4"/>
          <p:cNvSpPr>
            <a:spLocks noGrp="1"/>
          </p:cNvSpPr>
          <p:nvPr>
            <p:ph type="sldNum" sz="quarter" idx="2"/>
          </p:nvPr>
        </p:nvSpPr>
        <p:spPr>
          <a:xfrm>
            <a:off x="17880931" y="19621502"/>
            <a:ext cx="795089" cy="656590"/>
          </a:xfrm>
          <a:prstGeom prst="rect">
            <a:avLst/>
          </a:prstGeom>
          <a:ln w="12700">
            <a:miter lim="400000"/>
          </a:ln>
        </p:spPr>
        <p:txBody>
          <a:bodyPr wrap="none" lIns="50800" tIns="50800" rIns="50800" bIns="50800">
            <a:spAutoFit/>
          </a:bodyPr>
          <a:lstStyle>
            <a:lvl1pPr>
              <a:defRPr sz="36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ransition spd="med"/>
  <p:txStyles>
    <p:titleStyle>
      <a:lvl1pPr marL="0" marR="0" indent="0"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1pPr>
      <a:lvl2pPr marL="0" marR="0" indent="342882"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2pPr>
      <a:lvl3pPr marL="0" marR="0" indent="685764"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3pPr>
      <a:lvl4pPr marL="0" marR="0" indent="1028644"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4pPr>
      <a:lvl5pPr marL="0" marR="0" indent="1371526"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5pPr>
      <a:lvl6pPr marL="0" marR="0" indent="1714408"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6pPr>
      <a:lvl7pPr marL="0" marR="0" indent="2057290"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7pPr>
      <a:lvl8pPr marL="0" marR="0" indent="2400170"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8pPr>
      <a:lvl9pPr marL="0" marR="0" indent="2743052" algn="ctr" defTabSz="1238182" rtl="0" latinLnBrk="0">
        <a:lnSpc>
          <a:spcPct val="100000"/>
        </a:lnSpc>
        <a:spcBef>
          <a:spcPts val="0"/>
        </a:spcBef>
        <a:spcAft>
          <a:spcPts val="0"/>
        </a:spcAft>
        <a:buClrTx/>
        <a:buSzTx/>
        <a:buFontTx/>
        <a:buNone/>
        <a:tabLst/>
        <a:defRPr sz="16800" b="0" i="0" u="none" strike="noStrike" cap="none" spc="0" baseline="0">
          <a:ln>
            <a:noFill/>
          </a:ln>
          <a:solidFill>
            <a:srgbClr val="000000"/>
          </a:solidFill>
          <a:uFillTx/>
          <a:latin typeface="+mn-lt"/>
          <a:ea typeface="+mn-ea"/>
          <a:cs typeface="+mn-cs"/>
          <a:sym typeface="Helvetica Light"/>
        </a:defRPr>
      </a:lvl9pPr>
    </p:titleStyle>
    <p:bodyStyle>
      <a:lvl1pPr marL="952448"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1pPr>
      <a:lvl2pPr marL="1904898"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2pPr>
      <a:lvl3pPr marL="2857346"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3pPr>
      <a:lvl4pPr marL="3809796"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4pPr>
      <a:lvl5pPr marL="4762244"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5pPr>
      <a:lvl6pPr marL="5714692"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6pPr>
      <a:lvl7pPr marL="6667142"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7pPr>
      <a:lvl8pPr marL="7619590"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8pPr>
      <a:lvl9pPr marL="8572040" marR="0" indent="-952448" algn="l" defTabSz="1238182" rtl="0" latinLnBrk="0">
        <a:lnSpc>
          <a:spcPct val="100000"/>
        </a:lnSpc>
        <a:spcBef>
          <a:spcPts val="8850"/>
        </a:spcBef>
        <a:spcAft>
          <a:spcPts val="0"/>
        </a:spcAft>
        <a:buClrTx/>
        <a:buSzPct val="75000"/>
        <a:buFontTx/>
        <a:buChar char="•"/>
        <a:tabLst/>
        <a:defRPr sz="7798" b="0" i="0" u="none" strike="noStrike" cap="none" spc="0" baseline="0">
          <a:ln>
            <a:noFill/>
          </a:ln>
          <a:solidFill>
            <a:srgbClr val="000000"/>
          </a:solidFill>
          <a:uFillTx/>
          <a:latin typeface="+mn-lt"/>
          <a:ea typeface="+mn-ea"/>
          <a:cs typeface="+mn-cs"/>
          <a:sym typeface="Helvetica Light"/>
        </a:defRPr>
      </a:lvl9pPr>
    </p:bodyStyle>
    <p:otherStyle>
      <a:lvl1pPr marL="0" marR="0" indent="0"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1pPr>
      <a:lvl2pPr marL="0" marR="0" indent="342882"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2pPr>
      <a:lvl3pPr marL="0" marR="0" indent="685764"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3pPr>
      <a:lvl4pPr marL="0" marR="0" indent="1028644"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4pPr>
      <a:lvl5pPr marL="0" marR="0" indent="1371526"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5pPr>
      <a:lvl6pPr marL="0" marR="0" indent="1714408"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6pPr>
      <a:lvl7pPr marL="0" marR="0" indent="2057290"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7pPr>
      <a:lvl8pPr marL="0" marR="0" indent="2400170"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8pPr>
      <a:lvl9pPr marL="0" marR="0" indent="2743052" algn="ctr" defTabSz="1238182" rtl="0" latinLnBrk="0">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For this course, we're going to use an IDE called </a:t>
            </a:r>
            <a:r>
              <a:rPr lang="en-US" sz="6400" b="1" dirty="0">
                <a:latin typeface="Open Sans" panose="020B0606030504020204" pitchFamily="34" charset="0"/>
                <a:ea typeface="Open Sans" panose="020B0606030504020204" pitchFamily="34" charset="0"/>
                <a:cs typeface="Open Sans" panose="020B0606030504020204" pitchFamily="34" charset="0"/>
              </a:rPr>
              <a:t>IntelliJ IDEA</a:t>
            </a:r>
            <a:r>
              <a:rPr lang="en-US" sz="6400" dirty="0">
                <a:latin typeface="Open Sans" panose="020B0606030504020204" pitchFamily="34" charset="0"/>
                <a:ea typeface="Open Sans" panose="020B0606030504020204" pitchFamily="34" charset="0"/>
                <a:cs typeface="Open Sans" panose="020B0606030504020204" pitchFamily="34" charset="0"/>
              </a:rPr>
              <a:t>. An </a:t>
            </a:r>
            <a:r>
              <a:rPr lang="en-US" sz="6400" b="1" dirty="0">
                <a:latin typeface="Open Sans" panose="020B0606030504020204" pitchFamily="34" charset="0"/>
                <a:ea typeface="Open Sans" panose="020B0606030504020204" pitchFamily="34" charset="0"/>
                <a:cs typeface="Open Sans" panose="020B0606030504020204" pitchFamily="34" charset="0"/>
              </a:rPr>
              <a:t>IDE</a:t>
            </a:r>
            <a:r>
              <a:rPr lang="en-US" sz="6400" dirty="0">
                <a:latin typeface="Open Sans" panose="020B0606030504020204" pitchFamily="34" charset="0"/>
                <a:ea typeface="Open Sans" panose="020B0606030504020204" pitchFamily="34" charset="0"/>
                <a:cs typeface="Open Sans" panose="020B0606030504020204" pitchFamily="34" charset="0"/>
              </a:rPr>
              <a:t>, or </a:t>
            </a:r>
            <a:r>
              <a:rPr lang="en-US" sz="6400" b="1" dirty="0">
                <a:latin typeface="Open Sans" panose="020B0606030504020204" pitchFamily="34" charset="0"/>
                <a:ea typeface="Open Sans" panose="020B0606030504020204" pitchFamily="34" charset="0"/>
                <a:cs typeface="Open Sans" panose="020B0606030504020204" pitchFamily="34" charset="0"/>
              </a:rPr>
              <a:t>Integrated Development Environment</a:t>
            </a:r>
            <a:r>
              <a:rPr lang="en-US" sz="6400" dirty="0">
                <a:latin typeface="Open Sans" panose="020B0606030504020204" pitchFamily="34" charset="0"/>
                <a:ea typeface="Open Sans" panose="020B0606030504020204" pitchFamily="34" charset="0"/>
                <a:cs typeface="Open Sans" panose="020B0606030504020204" pitchFamily="34" charset="0"/>
              </a:rPr>
              <a:t>, is the tool that we use to write programs.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main feature is a text editor, that we type our code into. But an IDE also compiles and runs our programs for us. And as you'll see, it also warns us about errors in our code, before we run it.</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The IDE we're going to use is called IntelliJ IDEA, created by a company called </a:t>
            </a:r>
            <a:r>
              <a:rPr lang="en-US" sz="6400" b="1" dirty="0">
                <a:latin typeface="Open Sans" panose="020B0606030504020204" pitchFamily="34" charset="0"/>
                <a:ea typeface="Open Sans" panose="020B0606030504020204" pitchFamily="34" charset="0"/>
                <a:cs typeface="Open Sans" panose="020B0606030504020204" pitchFamily="34" charset="0"/>
              </a:rPr>
              <a:t>JetBrains</a:t>
            </a:r>
            <a:r>
              <a:rPr lang="en-US" sz="6400" dirty="0">
                <a:latin typeface="Open Sans" panose="020B0606030504020204" pitchFamily="34" charset="0"/>
                <a:ea typeface="Open Sans" panose="020B0606030504020204" pitchFamily="34" charset="0"/>
                <a:cs typeface="Open Sans" panose="020B0606030504020204" pitchFamily="34" charset="0"/>
              </a:rPr>
              <a:t>. There are other IDEs available, and you can use any that you want for this course.</a:t>
            </a:r>
          </a:p>
        </p:txBody>
      </p:sp>
      <p:sp>
        <p:nvSpPr>
          <p:cNvPr id="4" name="Shape 126">
            <a:extLst>
              <a:ext uri="{FF2B5EF4-FFF2-40B4-BE49-F238E27FC236}">
                <a16:creationId xmlns:a16="http://schemas.microsoft.com/office/drawing/2014/main" id="{EC8E9BDF-EB8F-B356-8911-F3103BFFA8F9}"/>
              </a:ext>
            </a:extLst>
          </p:cNvPr>
          <p:cNvSpPr/>
          <p:nvPr/>
        </p:nvSpPr>
        <p:spPr>
          <a:xfrm>
            <a:off x="952498" y="459786"/>
            <a:ext cx="18910626"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Installing </a:t>
            </a:r>
            <a:r>
              <a:rPr lang="en-US" sz="10800" dirty="0" err="1">
                <a:latin typeface="Open Sans" panose="020B0606030504020204" pitchFamily="34" charset="0"/>
                <a:ea typeface="Open Sans" panose="020B0606030504020204" pitchFamily="34" charset="0"/>
                <a:cs typeface="Open Sans" panose="020B0606030504020204" pitchFamily="34" charset="0"/>
              </a:rPr>
              <a:t>Intellij</a:t>
            </a:r>
            <a:r>
              <a:rPr lang="en-US" sz="10800" dirty="0">
                <a:latin typeface="Open Sans" panose="020B0606030504020204" pitchFamily="34" charset="0"/>
                <a:ea typeface="Open Sans" panose="020B0606030504020204" pitchFamily="34" charset="0"/>
                <a:cs typeface="Open Sans" panose="020B0606030504020204" pitchFamily="34" charset="0"/>
              </a:rPr>
              <a:t> IDEA for Mac</a:t>
            </a:r>
          </a:p>
        </p:txBody>
      </p:sp>
      <p:sp>
        <p:nvSpPr>
          <p:cNvPr id="5" name="Shape 131">
            <a:extLst>
              <a:ext uri="{FF2B5EF4-FFF2-40B4-BE49-F238E27FC236}">
                <a16:creationId xmlns:a16="http://schemas.microsoft.com/office/drawing/2014/main" id="{25E02B2B-183D-9A00-ED24-D9D049663517}"/>
              </a:ext>
            </a:extLst>
          </p:cNvPr>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Installing </a:t>
            </a:r>
            <a:r>
              <a:rPr lang="en-US" sz="4500" dirty="0" err="1">
                <a:latin typeface="Open Sans" panose="020B0606030504020204" pitchFamily="34" charset="0"/>
                <a:ea typeface="Open Sans" panose="020B0606030504020204" pitchFamily="34" charset="0"/>
                <a:cs typeface="Open Sans" panose="020B0606030504020204" pitchFamily="34" charset="0"/>
              </a:rPr>
              <a:t>Intellij</a:t>
            </a:r>
            <a:r>
              <a:rPr lang="en-US" sz="4500" dirty="0">
                <a:latin typeface="Open Sans" panose="020B0606030504020204" pitchFamily="34" charset="0"/>
                <a:ea typeface="Open Sans" panose="020B0606030504020204" pitchFamily="34" charset="0"/>
                <a:cs typeface="Open Sans" panose="020B0606030504020204" pitchFamily="34" charset="0"/>
              </a:rPr>
              <a:t> IDEA for Mac</a:t>
            </a:r>
          </a:p>
        </p:txBody>
      </p:sp>
    </p:spTree>
    <p:extLst>
      <p:ext uri="{BB962C8B-B14F-4D97-AF65-F5344CB8AC3E}">
        <p14:creationId xmlns:p14="http://schemas.microsoft.com/office/powerpoint/2010/main" val="3444998013"/>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If you've already got an IDE that you like, and you're comfortable using, then it's fine to continue using it. Most modern IDEs provide the same, or very similar, features.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If you haven't used an IDE before, I suggest you use IntelliJ IDEA. That way your environment will work the same way as you'll see in the videos.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reminder that this video is for the Mac, check out the other videos in this section, if you are on Windows or running Linux.</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It's time to download and install IntelliJ IDEA, which we need to write Java programs.</a:t>
            </a:r>
          </a:p>
        </p:txBody>
      </p:sp>
      <p:sp>
        <p:nvSpPr>
          <p:cNvPr id="4" name="Shape 126">
            <a:extLst>
              <a:ext uri="{FF2B5EF4-FFF2-40B4-BE49-F238E27FC236}">
                <a16:creationId xmlns:a16="http://schemas.microsoft.com/office/drawing/2014/main" id="{6A3EA304-513F-5120-485D-B5226A0EBF3C}"/>
              </a:ext>
            </a:extLst>
          </p:cNvPr>
          <p:cNvSpPr/>
          <p:nvPr/>
        </p:nvSpPr>
        <p:spPr>
          <a:xfrm>
            <a:off x="952498" y="459786"/>
            <a:ext cx="18910626" cy="1815882"/>
          </a:xfrm>
          <a:prstGeom prst="rect">
            <a:avLst/>
          </a:prstGeom>
          <a:ln w="12700">
            <a:miter lim="400000"/>
          </a:ln>
          <a:extLst>
            <a:ext uri="{C572A759-6A51-4108-AA02-DFA0A04FC94B}">
              <ma14:wrappingTextBoxFlag xmlns="" xmlns:ma14="http://schemas.microsoft.com/office/mac/drawingml/2011/main"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Installing </a:t>
            </a:r>
            <a:r>
              <a:rPr lang="en-US" sz="10800" dirty="0" err="1">
                <a:latin typeface="Open Sans" panose="020B0606030504020204" pitchFamily="34" charset="0"/>
                <a:ea typeface="Open Sans" panose="020B0606030504020204" pitchFamily="34" charset="0"/>
                <a:cs typeface="Open Sans" panose="020B0606030504020204" pitchFamily="34" charset="0"/>
              </a:rPr>
              <a:t>Intellij</a:t>
            </a:r>
            <a:r>
              <a:rPr lang="en-US" sz="10800" dirty="0">
                <a:latin typeface="Open Sans" panose="020B0606030504020204" pitchFamily="34" charset="0"/>
                <a:ea typeface="Open Sans" panose="020B0606030504020204" pitchFamily="34" charset="0"/>
                <a:cs typeface="Open Sans" panose="020B0606030504020204" pitchFamily="34" charset="0"/>
              </a:rPr>
              <a:t> IDEA for Mac</a:t>
            </a:r>
          </a:p>
        </p:txBody>
      </p:sp>
      <p:sp>
        <p:nvSpPr>
          <p:cNvPr id="5" name="Shape 131">
            <a:extLst>
              <a:ext uri="{FF2B5EF4-FFF2-40B4-BE49-F238E27FC236}">
                <a16:creationId xmlns:a16="http://schemas.microsoft.com/office/drawing/2014/main" id="{DDF36BE2-E2AB-A6C6-78B1-FF229974A95D}"/>
              </a:ext>
            </a:extLst>
          </p:cNvPr>
          <p:cNvSpPr/>
          <p:nvPr/>
        </p:nvSpPr>
        <p:spPr>
          <a:xfrm>
            <a:off x="952500" y="18489726"/>
            <a:ext cx="16008688" cy="1308050"/>
          </a:xfrm>
          <a:prstGeom prst="rect">
            <a:avLst/>
          </a:prstGeom>
          <a:ln w="12700">
            <a:miter lim="400000"/>
          </a:ln>
          <a:extLst>
            <a:ext uri="{C572A759-6A51-4108-AA02-DFA0A04FC94B}">
              <ma14:wrappingTextBoxFlag xmlns:ma14="http://schemas.microsoft.com/office/mac/drawingml/2011/main" xmlns=""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Installing </a:t>
            </a:r>
            <a:r>
              <a:rPr lang="en-US" sz="4500" dirty="0" err="1">
                <a:latin typeface="Open Sans" panose="020B0606030504020204" pitchFamily="34" charset="0"/>
                <a:ea typeface="Open Sans" panose="020B0606030504020204" pitchFamily="34" charset="0"/>
                <a:cs typeface="Open Sans" panose="020B0606030504020204" pitchFamily="34" charset="0"/>
              </a:rPr>
              <a:t>Intellij</a:t>
            </a:r>
            <a:r>
              <a:rPr lang="en-US" sz="4500" dirty="0">
                <a:latin typeface="Open Sans" panose="020B0606030504020204" pitchFamily="34" charset="0"/>
                <a:ea typeface="Open Sans" panose="020B0606030504020204" pitchFamily="34" charset="0"/>
                <a:cs typeface="Open Sans" panose="020B0606030504020204" pitchFamily="34" charset="0"/>
              </a:rPr>
              <a:t> IDEA for Mac</a:t>
            </a:r>
          </a:p>
        </p:txBody>
      </p:sp>
    </p:spTree>
    <p:extLst>
      <p:ext uri="{BB962C8B-B14F-4D97-AF65-F5344CB8AC3E}">
        <p14:creationId xmlns:p14="http://schemas.microsoft.com/office/powerpoint/2010/main" val="1331029326"/>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Shape 128"/>
          <p:cNvSpPr/>
          <p:nvPr/>
        </p:nvSpPr>
        <p:spPr>
          <a:xfrm>
            <a:off x="952500" y="18210515"/>
            <a:ext cx="34782668" cy="2"/>
          </a:xfrm>
          <a:prstGeom prst="line">
            <a:avLst/>
          </a:prstGeom>
          <a:ln w="76200">
            <a:solidFill>
              <a:schemeClr val="accent1">
                <a:satOff val="-3355"/>
                <a:lumOff val="26614"/>
              </a:schemeClr>
            </a:solidFill>
            <a:miter lim="400000"/>
          </a:ln>
        </p:spPr>
        <p:txBody>
          <a:bodyPr lIns="76200" tIns="76200" rIns="76200" bIns="76200" anchor="ctr"/>
          <a:lstStyle/>
          <a:p>
            <a:pPr>
              <a:defRPr sz="3200"/>
            </a:pPr>
            <a:endParaRPr sz="4800"/>
          </a:p>
        </p:txBody>
      </p:sp>
      <p:pic>
        <p:nvPicPr>
          <p:cNvPr id="129" name="Logo.png"/>
          <p:cNvPicPr>
            <a:picLocks noChangeAspect="1"/>
          </p:cNvPicPr>
          <p:nvPr/>
        </p:nvPicPr>
        <p:blipFill>
          <a:blip r:embed="rId3"/>
          <a:stretch>
            <a:fillRect/>
          </a:stretch>
        </p:blipFill>
        <p:spPr>
          <a:xfrm>
            <a:off x="14650974" y="18489726"/>
            <a:ext cx="6321552" cy="1392336"/>
          </a:xfrm>
          <a:prstGeom prst="rect">
            <a:avLst/>
          </a:prstGeom>
          <a:ln w="12700">
            <a:miter lim="400000"/>
          </a:ln>
        </p:spPr>
      </p:pic>
      <p:sp>
        <p:nvSpPr>
          <p:cNvPr id="9" name="Shape 127"/>
          <p:cNvSpPr/>
          <p:nvPr/>
        </p:nvSpPr>
        <p:spPr>
          <a:xfrm flipV="1">
            <a:off x="952499" y="2203340"/>
            <a:ext cx="34782670" cy="38132"/>
          </a:xfrm>
          <a:prstGeom prst="line">
            <a:avLst/>
          </a:prstGeom>
          <a:ln w="152400">
            <a:solidFill>
              <a:schemeClr val="accent1">
                <a:satOff val="-3355"/>
                <a:lumOff val="26614"/>
              </a:schemeClr>
            </a:solidFill>
            <a:miter lim="400000"/>
          </a:ln>
        </p:spPr>
        <p:txBody>
          <a:bodyPr lIns="76200" tIns="76200" rIns="76200" bIns="76200" anchor="ctr"/>
          <a:lstStyle/>
          <a:p>
            <a:pPr>
              <a:defRPr sz="3200"/>
            </a:pPr>
            <a:endParaRPr sz="4800"/>
          </a:p>
        </p:txBody>
      </p:sp>
      <p:sp>
        <p:nvSpPr>
          <p:cNvPr id="8" name="Rectangle 7">
            <a:extLst>
              <a:ext uri="{FF2B5EF4-FFF2-40B4-BE49-F238E27FC236}">
                <a16:creationId xmlns:a16="http://schemas.microsoft.com/office/drawing/2014/main" id="{89DBB243-EF27-4345-872D-E76597E95619}"/>
              </a:ext>
            </a:extLst>
          </p:cNvPr>
          <p:cNvSpPr/>
          <p:nvPr/>
        </p:nvSpPr>
        <p:spPr>
          <a:xfrm>
            <a:off x="952501" y="4285904"/>
            <a:ext cx="34782670" cy="11880176"/>
          </a:xfrm>
          <a:prstGeom prst="rect">
            <a:avLst/>
          </a:prstGeom>
        </p:spPr>
        <p:txBody>
          <a:bodyPr wrap="square">
            <a:normAutofit/>
          </a:bodyPr>
          <a:lstStyle/>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If you've already got an IDE that you like, and you're comfortable using, then it's fine to continue using it. Most modern IDEs provide the same, or very similar, features.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If you haven't used an IDE before, I suggest you use IntelliJ IDEA. That way your environment will work the same way as you'll see in the videos.</a:t>
            </a:r>
          </a:p>
          <a:p>
            <a:pPr algn="l">
              <a:spcAft>
                <a:spcPts val="5022"/>
              </a:spcAft>
            </a:pPr>
            <a:r>
              <a:rPr lang="en-US" sz="6400" dirty="0">
                <a:latin typeface="Open Sans" panose="020B0606030504020204" pitchFamily="34" charset="0"/>
                <a:ea typeface="Open Sans" panose="020B0606030504020204" pitchFamily="34" charset="0"/>
                <a:cs typeface="Open Sans" panose="020B0606030504020204" pitchFamily="34" charset="0"/>
              </a:rPr>
              <a:t>A reminder, that this video is for Mac, Check out the other videos in this section, if you're on a Windows, or running Linux.</a:t>
            </a:r>
          </a:p>
        </p:txBody>
      </p:sp>
      <p:sp>
        <p:nvSpPr>
          <p:cNvPr id="4" name="Shape 126">
            <a:extLst>
              <a:ext uri="{FF2B5EF4-FFF2-40B4-BE49-F238E27FC236}">
                <a16:creationId xmlns:a16="http://schemas.microsoft.com/office/drawing/2014/main" id="{6A3EA304-513F-5120-485D-B5226A0EBF3C}"/>
              </a:ext>
            </a:extLst>
          </p:cNvPr>
          <p:cNvSpPr/>
          <p:nvPr/>
        </p:nvSpPr>
        <p:spPr>
          <a:xfrm>
            <a:off x="952498" y="459786"/>
            <a:ext cx="18910626" cy="1815882"/>
          </a:xfrm>
          <a:prstGeom prst="rect">
            <a:avLst/>
          </a:prstGeom>
          <a:ln w="12700">
            <a:miter lim="400000"/>
          </a:ln>
          <a:extLst>
            <a:ext uri="{C572A759-6A51-4108-AA02-DFA0A04FC94B}">
              <ma14:wrappingTextBoxFlag xmlns:ma14="http://schemas.microsoft.com/office/mac/drawingml/2011/main" xmlns="" val="1"/>
            </a:ext>
          </a:extLst>
        </p:spPr>
        <p:txBody>
          <a:bodyPr wrap="none" lIns="76200" tIns="76200" rIns="76200" bIns="76200">
            <a:spAutoFit/>
          </a:bodyPr>
          <a:lstStyle>
            <a:lvl1pPr algn="l">
              <a:defRPr sz="7000">
                <a:latin typeface="Alright Sans"/>
                <a:ea typeface="Alright Sans"/>
                <a:cs typeface="Alright Sans"/>
                <a:sym typeface="Alright Sans"/>
              </a:defRPr>
            </a:lvl1pPr>
          </a:lstStyle>
          <a:p>
            <a:pPr>
              <a:defRPr sz="3000">
                <a:latin typeface="Alright Sans"/>
                <a:ea typeface="Alright Sans"/>
                <a:cs typeface="Alright Sans"/>
                <a:sym typeface="Alright Sans"/>
              </a:defRPr>
            </a:pPr>
            <a:r>
              <a:rPr lang="en-US" sz="10800" dirty="0">
                <a:latin typeface="Open Sans" panose="020B0606030504020204" pitchFamily="34" charset="0"/>
                <a:ea typeface="Open Sans" panose="020B0606030504020204" pitchFamily="34" charset="0"/>
                <a:cs typeface="Open Sans" panose="020B0606030504020204" pitchFamily="34" charset="0"/>
              </a:rPr>
              <a:t>Installing </a:t>
            </a:r>
            <a:r>
              <a:rPr lang="en-US" sz="10800" dirty="0" err="1">
                <a:latin typeface="Open Sans" panose="020B0606030504020204" pitchFamily="34" charset="0"/>
                <a:ea typeface="Open Sans" panose="020B0606030504020204" pitchFamily="34" charset="0"/>
                <a:cs typeface="Open Sans" panose="020B0606030504020204" pitchFamily="34" charset="0"/>
              </a:rPr>
              <a:t>Intellij</a:t>
            </a:r>
            <a:r>
              <a:rPr lang="en-US" sz="10800" dirty="0">
                <a:latin typeface="Open Sans" panose="020B0606030504020204" pitchFamily="34" charset="0"/>
                <a:ea typeface="Open Sans" panose="020B0606030504020204" pitchFamily="34" charset="0"/>
                <a:cs typeface="Open Sans" panose="020B0606030504020204" pitchFamily="34" charset="0"/>
              </a:rPr>
              <a:t> IDEA for Mac</a:t>
            </a:r>
          </a:p>
        </p:txBody>
      </p:sp>
      <p:sp>
        <p:nvSpPr>
          <p:cNvPr id="5" name="Shape 131">
            <a:extLst>
              <a:ext uri="{FF2B5EF4-FFF2-40B4-BE49-F238E27FC236}">
                <a16:creationId xmlns:a16="http://schemas.microsoft.com/office/drawing/2014/main" id="{DDF36BE2-E2AB-A6C6-78B1-FF229974A95D}"/>
              </a:ext>
            </a:extLst>
          </p:cNvPr>
          <p:cNvSpPr/>
          <p:nvPr/>
        </p:nvSpPr>
        <p:spPr>
          <a:xfrm>
            <a:off x="952500" y="18489726"/>
            <a:ext cx="16008688" cy="1308050"/>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spAutoFit/>
          </a:bodyPr>
          <a:lstStyle/>
          <a:p>
            <a:pPr algn="l">
              <a:defRPr sz="2000">
                <a:latin typeface="Alright Sans"/>
                <a:ea typeface="Alright Sans"/>
                <a:cs typeface="Alright Sans"/>
                <a:sym typeface="Alright Sans"/>
              </a:defRPr>
            </a:pPr>
            <a:r>
              <a:rPr lang="en-US" sz="3000" dirty="0">
                <a:latin typeface="Open Sans" panose="020B0606030504020204" pitchFamily="34" charset="0"/>
                <a:ea typeface="Open Sans" panose="020B0606030504020204" pitchFamily="34" charset="0"/>
                <a:cs typeface="Open Sans" panose="020B0606030504020204" pitchFamily="34" charset="0"/>
              </a:rPr>
              <a:t>COMPLETE JAVA MASTERCLASS</a:t>
            </a:r>
          </a:p>
          <a:p>
            <a:pPr algn="l">
              <a:defRPr sz="3000">
                <a:latin typeface="Alright Sans"/>
                <a:ea typeface="Alright Sans"/>
                <a:cs typeface="Alright Sans"/>
                <a:sym typeface="Alright Sans"/>
              </a:defRPr>
            </a:pPr>
            <a:r>
              <a:rPr lang="en-US" sz="4500" dirty="0">
                <a:latin typeface="Open Sans" panose="020B0606030504020204" pitchFamily="34" charset="0"/>
                <a:ea typeface="Open Sans" panose="020B0606030504020204" pitchFamily="34" charset="0"/>
                <a:cs typeface="Open Sans" panose="020B0606030504020204" pitchFamily="34" charset="0"/>
              </a:rPr>
              <a:t>Installing </a:t>
            </a:r>
            <a:r>
              <a:rPr lang="en-US" sz="4500" dirty="0" err="1">
                <a:latin typeface="Open Sans" panose="020B0606030504020204" pitchFamily="34" charset="0"/>
                <a:ea typeface="Open Sans" panose="020B0606030504020204" pitchFamily="34" charset="0"/>
                <a:cs typeface="Open Sans" panose="020B0606030504020204" pitchFamily="34" charset="0"/>
              </a:rPr>
              <a:t>Intellij</a:t>
            </a:r>
            <a:r>
              <a:rPr lang="en-US" sz="4500" dirty="0">
                <a:latin typeface="Open Sans" panose="020B0606030504020204" pitchFamily="34" charset="0"/>
                <a:ea typeface="Open Sans" panose="020B0606030504020204" pitchFamily="34" charset="0"/>
                <a:cs typeface="Open Sans" panose="020B0606030504020204" pitchFamily="34" charset="0"/>
              </a:rPr>
              <a:t> IDEA for Mac</a:t>
            </a:r>
          </a:p>
        </p:txBody>
      </p:sp>
    </p:spTree>
    <p:extLst>
      <p:ext uri="{BB962C8B-B14F-4D97-AF65-F5344CB8AC3E}">
        <p14:creationId xmlns:p14="http://schemas.microsoft.com/office/powerpoint/2010/main" val="4161972859"/>
      </p:ext>
    </p:extLst>
  </p:cSld>
  <p:clrMapOvr>
    <a:masterClrMapping/>
  </p:clrMapOvr>
  <p:transition spd="slow"/>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613</TotalTime>
  <Words>362</Words>
  <Application>Microsoft Office PowerPoint</Application>
  <PresentationFormat>Custom</PresentationFormat>
  <Paragraphs>19</Paragraphs>
  <Slides>3</Slides>
  <Notes>3</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Helvetica</vt:lpstr>
      <vt:lpstr>Helvetica Light</vt:lpstr>
      <vt:lpstr>Helvetica Neue</vt:lpstr>
      <vt:lpstr>Open Sans</vt:lpstr>
      <vt:lpstr>White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Gigabyte</dc:creator>
  <cp:lastModifiedBy>Keane Hubert Ang</cp:lastModifiedBy>
  <cp:revision>168</cp:revision>
  <dcterms:modified xsi:type="dcterms:W3CDTF">2025-12-18T03:34:08Z</dcterms:modified>
</cp:coreProperties>
</file>